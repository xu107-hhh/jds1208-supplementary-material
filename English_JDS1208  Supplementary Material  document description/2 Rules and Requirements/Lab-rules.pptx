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p15="http://schemas.microsoft.com/office/powerpoint/2012/main"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 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 Third level</a:t>
            </a:r>
          </a:p>
          <a:p>
            <a:pPr lvl="3"/>
            <a:r>
              <a:rPr lang="en-US"/>
              <a:t> 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rPr/>
              <a:t>Experimental Requirements (2025)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rPr/>
              <a:t> </a:t>
            </a:r>
            <a:br/>
            <a:br/>
            <a:r>
              <a:rPr/>
              <a:t>Wang Shuyi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Points to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Online + Offline Experimental Format</a:t>
            </a:r>
          </a:p>
          <a:p>
            <a:pPr lvl="0"/>
            <a:r>
              <a:rPr/>
              <a:t> Key Dates</a:t>
            </a:r>
          </a:p>
          <a:p>
            <a:pPr lvl="0"/>
            <a:r>
              <a:rPr/>
              <a:t> Attendance Policy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Online and offline experimental formats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Development systems vary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Comprehensive practical training</a:t>
            </a:r>
          </a:p>
          <a:p>
            <a:pPr lvl="0"/>
            <a:r>
              <a:rPr/>
              <a:t> No single solution</a:t>
            </a:r>
          </a:p>
          <a:p>
            <a:pPr lvl="0"/>
            <a:r>
              <a:rPr/>
              <a:t> Operating environments vary</a:t>
            </a:r>
          </a:p>
          <a:p>
            <a:pPr lvl="0"/>
            <a:r>
              <a:rPr/>
              <a:t> Therefore divided into two parts</a:t>
            </a:r>
          </a:p>
          <a:p>
            <a:pPr lvl="0"/>
            <a:r>
              <a:rPr/>
              <a:t> Two in-person sessions for convenient communication and Q&amp;A</a:t>
            </a:r>
          </a:p>
          <a:p>
            <a:pPr lvl="0"/>
            <a:r>
              <a:rPr/>
              <a:t> 2 online sessions, facilitating group discussions and identifying suitable task execution environments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Avoid mutual interference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" descr="assets/811E703EE197791A63B7AEA2E48E130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" descr="assets/FE0142D12E5FA66E605EF789808EA788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" descr="assets/1A953058E163DE8B001E843BC6E62B8B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" descr="assets/410E1F62A2F5AF36930DBFEFC55D84C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" descr="assets/739A2FF35A3F4638DF1985C0C057CBDD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19500" y="1193800"/>
            <a:ext cx="1905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" descr="assets/7C5BFBEED2334F4258A80478FB02E03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Assessment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Teaching Assistant Assessment</a:t>
            </a:r>
          </a:p>
          <a:p>
            <a:pPr lvl="0"/>
            <a:r>
              <a:rPr/>
              <a:t> Peer Assessment</a:t>
            </a:r>
          </a:p>
          <a:p>
            <a:pPr lvl="0"/>
            <a:r>
              <a:rPr/>
              <a:t> Presentation Defence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Teaching Assistant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Participation in Experiments (30%)</a:t>
            </a:r>
          </a:p>
          <a:p>
            <a:pPr lvl="0"/>
            <a:r>
              <a:rPr/>
              <a:t> Completion Score (40%)</a:t>
            </a:r>
          </a:p>
          <a:p>
            <a:pPr lvl="0"/>
            <a:r>
              <a:rPr/>
              <a:t> Peer assessment score (10%)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Interactive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Must be taken seriously</a:t>
            </a:r>
          </a:p>
          <a:p>
            <a:pPr lvl="0"/>
            <a:r>
              <a:rPr/>
              <a:t> Affects the group's overall score</a:t>
            </a:r>
          </a:p>
          <a:p>
            <a:pPr lvl="0"/>
            <a:r>
              <a:rPr/>
              <a:t> Does not affect the scores of the evaluated group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Reason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Recognising Differences in Evaluation Criteria</a:t>
            </a:r>
          </a:p>
          <a:p>
            <a:pPr lvl="0"/>
            <a:r>
              <a:rPr/>
              <a:t> Avoiding the bias of singular subjective evaluation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Presentation Defence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Outstanding Performance Selection (Maximum of 3 groups)</a:t>
            </a:r>
          </a:p>
          <a:p>
            <a:pPr lvl="0"/>
            <a:r>
              <a:rPr/>
              <a:t> Spot Checks (Maximum of 3 Individuals)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Presentation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No slides permitted</a:t>
            </a:r>
          </a:p>
          <a:p>
            <a:pPr lvl="0"/>
            <a:r>
              <a:rPr/>
              <a:t> Maximum use of whiteboard + handwritten notes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Application for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Voluntary Application for Participation</a:t>
            </a:r>
          </a:p>
          <a:p>
            <a:pPr lvl="0"/>
            <a:r>
              <a:rPr/>
              <a:t> Teaching assistants will select up to three groups</a:t>
            </a:r>
          </a:p>
          <a:p>
            <a:pPr lvl="0"/>
            <a:r>
              <a:rPr/>
              <a:t> Each group's current computer-based assessment score +10%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Award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1-minute explanation of strengths</a:t>
            </a:r>
          </a:p>
          <a:p>
            <a:pPr lvl="0"/>
            <a:r>
              <a:rPr/>
              <a:t> Demonstrate depth of thought and design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Outstanding Student Selection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For groups that pass, the remaining 20% of the computer-based assessment marks will be topped up to the full amount.</a:t>
            </a:r>
          </a:p>
          <a:p>
            <a:pPr lvl="0"/>
            <a:r>
              <a:rPr/>
              <a:t> The final mark for the entire group will be increased by 3 points.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Random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Teaching assistants selected at random (excluding members already recommended for group selection)</a:t>
            </a:r>
          </a:p>
          <a:p>
            <a:pPr lvl="0"/>
            <a:r>
              <a:rPr/>
              <a:t> The combined total of spot checks and excellence recommendations shall not exceed four</a:t>
            </a:r>
          </a:p>
          <a:p>
            <a:pPr lvl="0"/>
            <a:r>
              <a:rPr/>
              <a:t> 1-minute explanation of your contributions</a:t>
            </a:r>
          </a:p>
          <a:p>
            <a:pPr lvl="0"/>
            <a:r>
              <a:rPr/>
              <a:t> Demonstrate critical thinking</a:t>
            </a:r>
          </a:p>
          <a:p>
            <a:pPr lvl="0"/>
            <a:r>
              <a:rPr/>
              <a:t> Propose reasonable modifications to the experimental procedure based on changes in external technical conditions (optional)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Please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Based on the results of the spot checks</a:t>
            </a:r>
          </a:p>
          <a:p>
            <a:pPr lvl="0"/>
            <a:r>
              <a:rPr/>
              <a:t> The entire group's computer-based test scores fluctuated this time.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Examination and Spot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To be implemented during the next computer-based session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Key 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It is imperative to note</a:t>
            </a:r>
          </a:p>
          <a:p>
            <a:pPr lvl="0"/>
            <a:r>
              <a:rPr/>
              <a:t> Timely completion is paramount</a:t>
            </a:r>
          </a:p>
          <a:p>
            <a:pPr lvl="0"/>
            <a:r>
              <a:rPr/>
              <a:t> Missing deadlines will result in deductions based on the circumstances</a:t>
            </a:r>
          </a:p>
          <a:p>
            <a:pPr lvl="0"/>
            <a:r>
              <a:rPr/>
              <a:t> Review the specific requirements for Feishu documents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The group leader is responsible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During online computer sessions, the team shall endeavour to gather in person</a:t>
            </a:r>
          </a:p>
          <a:p>
            <a:pPr lvl="0"/>
            <a:r>
              <a:rPr/>
              <a:t> Assign tasks to each member</a:t>
            </a:r>
          </a:p>
          <a:p>
            <a:pPr lvl="0"/>
            <a:r>
              <a:rPr b="1"/>
              <a:t> Safety must be prioritised</a:t>
            </a:r>
          </a:p>
          <a:p>
            <a:pPr lvl="0"/>
            <a:r>
              <a:rPr/>
              <a:t> e.g. Refrain from posing by the lake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Please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Regarding the deletion/withdrawal of information and materials within the group</a:t>
            </a:r>
          </a:p>
          <a:p>
            <a:pPr lvl="0"/>
            <a:r>
              <a:rPr/>
              <a:t> Relevant timestamps and original content serve as evidence for assessment</a:t>
            </a:r>
          </a:p>
          <a:p>
            <a:pPr lvl="1"/>
            <a:r>
              <a:rPr/>
              <a:t> Arbitrary deletion or withdrawal may affect the assessment.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Emphasise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The use of artificial intelligence assistance is permitted</a:t>
            </a:r>
          </a:p>
          <a:p>
            <a:pPr lvl="0"/>
            <a:r>
              <a:rPr/>
              <a:t> Cheating is not permitted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Question and Answer Session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实验要求(2025)</dc:title>
  <dc:creator>王树义</dc:creator>
  <keywords>, docId:5CFB6B826D1B8C3071BB0654206CC8DE</keywords>
  <dcterms:created xsi:type="dcterms:W3CDTF">2025-02-24T13:04:03.0000000Z</dcterms:created>
  <dcterms:modified xsi:type="dcterms:W3CDTF">2025-02-24T13:04:03.0000000Z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mainfont">
    <vt:lpwstr>LXGW WenKai Mono</vt:lpwstr>
  </property>
  <property fmtid="{D5CDD505-2E9C-101B-9397-08002B2CF9AE}" pid="10" name="toc-title">
    <vt:lpwstr>目录</vt:lpwstr>
  </property>
</Properties>
</file>