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实验要求(2025)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王树义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注意事项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线上+线下实验形式</a:t>
            </a:r>
          </a:p>
          <a:p>
            <a:pPr lvl="0"/>
            <a:r>
              <a:rPr/>
              <a:t>时间节点</a:t>
            </a:r>
          </a:p>
          <a:p>
            <a:pPr lvl="0"/>
            <a:r>
              <a:rPr/>
              <a:t>考勤纪律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线上+线下实验形式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开发系统各异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综合性实践训练</a:t>
            </a:r>
          </a:p>
          <a:p>
            <a:pPr lvl="0"/>
            <a:r>
              <a:rPr/>
              <a:t>没有统一答案</a:t>
            </a:r>
          </a:p>
          <a:p>
            <a:pPr lvl="0"/>
            <a:r>
              <a:rPr/>
              <a:t>使用环境不一</a:t>
            </a:r>
          </a:p>
          <a:p>
            <a:pPr lvl="0"/>
            <a:r>
              <a:rPr/>
              <a:t>所以分成两半</a:t>
            </a:r>
          </a:p>
          <a:p>
            <a:pPr lvl="0"/>
            <a:r>
              <a:rPr/>
              <a:t>线下2课时，方便沟通答疑</a:t>
            </a:r>
          </a:p>
          <a:p>
            <a:pPr lvl="0"/>
            <a:r>
              <a:rPr/>
              <a:t>线上2课时，方便小组讨论和寻找合适的任务处理环境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避免相互干扰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811E703EE197791A63B7AEA2E48E13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FE0142D12E5FA66E605EF789808EA7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1A953058E163DE8B001E843BC6E62B8B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410E1F62A2F5AF36930DBFEFC55D84C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739A2FF35A3F4638DF1985C0C057CBD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19500" y="1193800"/>
            <a:ext cx="1905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7C5BFBEED2334F4258A80478FB02E03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评价方式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助教评判</a:t>
            </a:r>
          </a:p>
          <a:p>
            <a:pPr lvl="0"/>
            <a:r>
              <a:rPr/>
              <a:t>交互评判</a:t>
            </a:r>
          </a:p>
          <a:p>
            <a:pPr lvl="0"/>
            <a:r>
              <a:rPr/>
              <a:t>演示答辩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助教评判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参与实验分(30%)</a:t>
            </a:r>
          </a:p>
          <a:p>
            <a:pPr lvl="0"/>
            <a:r>
              <a:rPr/>
              <a:t>完成度评分(40%)</a:t>
            </a:r>
          </a:p>
          <a:p>
            <a:pPr lvl="0"/>
            <a:r>
              <a:rPr/>
              <a:t>交互评价分(10%)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交互评判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一定要认真</a:t>
            </a:r>
          </a:p>
          <a:p>
            <a:pPr lvl="0"/>
            <a:r>
              <a:rPr/>
              <a:t>影响本组成绩</a:t>
            </a:r>
          </a:p>
          <a:p>
            <a:pPr lvl="0"/>
            <a:r>
              <a:rPr/>
              <a:t>并不影响被评价组成绩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原因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体会到评价标准的差别</a:t>
            </a:r>
          </a:p>
          <a:p>
            <a:pPr lvl="0"/>
            <a:r>
              <a:rPr/>
              <a:t>避免单一主观评价的偏差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演示答辩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评优(最多3组)</a:t>
            </a:r>
          </a:p>
          <a:p>
            <a:pPr lvl="0"/>
            <a:r>
              <a:rPr/>
              <a:t>抽查(最多3人)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演示要求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不准用幻灯</a:t>
            </a:r>
          </a:p>
          <a:p>
            <a:pPr lvl="0"/>
            <a:r>
              <a:rPr/>
              <a:t>最多白板+手写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评优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主动申请参与</a:t>
            </a:r>
          </a:p>
          <a:p>
            <a:pPr lvl="0"/>
            <a:r>
              <a:rPr/>
              <a:t>助教从中选出最多3组</a:t>
            </a:r>
          </a:p>
          <a:p>
            <a:pPr lvl="0"/>
            <a:r>
              <a:rPr/>
              <a:t>每组本次上机成绩+10%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评优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1分钟说明优点</a:t>
            </a:r>
          </a:p>
          <a:p>
            <a:pPr lvl="0"/>
            <a:r>
              <a:rPr/>
              <a:t>体现深度思考和设计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评优结果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通过的小组该次上机成绩剩余20%加满</a:t>
            </a:r>
          </a:p>
          <a:p>
            <a:pPr lvl="0"/>
            <a:r>
              <a:rPr/>
              <a:t>全组期末成绩 + 3分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抽查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助教随机选择(不选已推荐小组成员)</a:t>
            </a:r>
          </a:p>
          <a:p>
            <a:pPr lvl="0"/>
            <a:r>
              <a:rPr/>
              <a:t>抽查数量和评优推荐数量相加不超过4</a:t>
            </a:r>
          </a:p>
          <a:p>
            <a:pPr lvl="0"/>
            <a:r>
              <a:rPr/>
              <a:t>1分钟说明自己做了什么</a:t>
            </a:r>
          </a:p>
          <a:p>
            <a:pPr lvl="0"/>
            <a:r>
              <a:rPr/>
              <a:t>体现思考</a:t>
            </a:r>
          </a:p>
          <a:p>
            <a:pPr lvl="0"/>
            <a:r>
              <a:rPr/>
              <a:t>根据外部技术条件变化，提出合理实验流程修改建议(可选)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注意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根据抽查情况</a:t>
            </a:r>
          </a:p>
          <a:p>
            <a:pPr lvl="0"/>
            <a:r>
              <a:rPr/>
              <a:t>全组本次上机分数浮动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评优和抽查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在下一次上机时执行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时间节点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务必留意</a:t>
            </a:r>
          </a:p>
          <a:p>
            <a:pPr lvl="0"/>
            <a:r>
              <a:rPr/>
              <a:t>按时「完成」更重要</a:t>
            </a:r>
          </a:p>
          <a:p>
            <a:pPr lvl="0"/>
            <a:r>
              <a:rPr/>
              <a:t>错过时间节点，根据实际情况酌情扣分</a:t>
            </a:r>
          </a:p>
          <a:p>
            <a:pPr lvl="0"/>
            <a:r>
              <a:rPr/>
              <a:t>查看飞书文档的具体要求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组长负责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线上上机时段内，本小组尽量线下集中</a:t>
            </a:r>
          </a:p>
          <a:p>
            <a:pPr lvl="0"/>
            <a:r>
              <a:rPr/>
              <a:t>给每个人分配好需要做的工作</a:t>
            </a:r>
          </a:p>
          <a:p>
            <a:pPr lvl="0"/>
            <a:r>
              <a:rPr b="1"/>
              <a:t>一定要注意安全</a:t>
            </a:r>
          </a:p>
          <a:p>
            <a:pPr lvl="0"/>
            <a:r>
              <a:rPr/>
              <a:t>e.g. 不要在湖边摆 Pose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注意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关于群内信息资料的删除/撤回</a:t>
            </a:r>
          </a:p>
          <a:p>
            <a:pPr lvl="0"/>
            <a:r>
              <a:rPr/>
              <a:t>相关时间戳和原始内容是评分证据</a:t>
            </a:r>
          </a:p>
          <a:p>
            <a:pPr lvl="1"/>
            <a:r>
              <a:rPr/>
              <a:t>随意删除与撤回，可能会影响评分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强调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可以使用人工智能辅助</a:t>
            </a:r>
          </a:p>
          <a:p>
            <a:pPr lvl="0"/>
            <a:r>
              <a:rPr/>
              <a:t>不允许作弊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问答时间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实验要求(2025)</dc:title>
  <dc:creator>王树义</dc:creator>
  <cp:keywords/>
  <dcterms:created xsi:type="dcterms:W3CDTF">2025-02-24T13:04:03Z</dcterms:created>
  <dcterms:modified xsi:type="dcterms:W3CDTF">2025-02-24T13:04:03Z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mainfont">
    <vt:lpwstr>LXGW WenKai Mono</vt:lpwstr>
  </property>
  <property fmtid="{D5CDD505-2E9C-101B-9397-08002B2CF9AE}" pid="10" name="toc-title">
    <vt:lpwstr>目录</vt:lpwstr>
  </property>
</Properties>
</file>